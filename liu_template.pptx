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5.xml" ContentType="application/vnd.openxmlformats-officedocument.theme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theme/theme7.xml" ContentType="application/vnd.openxmlformats-officedocument.theme+xml"/>
  <Override PartName="/ppt/slideLayouts/slideLayout3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7" r:id="rId4"/>
    <p:sldMasterId id="2147483830" r:id="rId5"/>
    <p:sldMasterId id="2147483861" r:id="rId6"/>
    <p:sldMasterId id="2147483864" r:id="rId7"/>
    <p:sldMasterId id="2147483867" r:id="rId8"/>
    <p:sldMasterId id="2147483870" r:id="rId9"/>
    <p:sldMasterId id="2147483872" r:id="rId10"/>
    <p:sldMasterId id="2147483874" r:id="rId11"/>
  </p:sldMasterIdLst>
  <p:notesMasterIdLst>
    <p:notesMasterId r:id="rId13"/>
  </p:notesMasterIdLst>
  <p:handoutMasterIdLst>
    <p:handoutMasterId r:id="rId14"/>
  </p:handoutMasterIdLst>
  <p:sldIdLst>
    <p:sldId id="256" r:id="rId12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ont page with image slides" id="{A6A24207-7B4F-F547-888F-E1F96DCD5060}">
          <p14:sldIdLst/>
        </p14:section>
        <p14:section name="Front page coloured slides" id="{65C18846-E570-9340-9426-9066ADBFB516}">
          <p14:sldIdLst>
            <p14:sldId id="256"/>
          </p14:sldIdLst>
        </p14:section>
        <p14:section name="More information" id="{98740ADF-045D-5040-B38E-D13BD99BD0D4}">
          <p14:sldIdLst/>
        </p14:section>
        <p14:section name="Supplementary color - section slide" id="{DEE47631-75D5-6444-A794-05086B1D9D0F}">
          <p14:sldIdLst/>
        </p14:section>
        <p14:section name="Final slide" id="{87DCE3BF-FA2A-4C45-A292-9B69B8BB093F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DCF3"/>
    <a:srgbClr val="8BE3E9"/>
    <a:srgbClr val="80E7DA"/>
    <a:srgbClr val="00B9E7"/>
    <a:srgbClr val="00CFB5"/>
    <a:srgbClr val="17C7D2"/>
    <a:srgbClr val="48C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147" autoAdjust="0"/>
    <p:restoredTop sz="96327" autoAdjust="0"/>
  </p:normalViewPr>
  <p:slideViewPr>
    <p:cSldViewPr snapToGrid="0" showGuides="1">
      <p:cViewPr varScale="1">
        <p:scale>
          <a:sx n="116" d="100"/>
          <a:sy n="116" d="100"/>
        </p:scale>
        <p:origin x="224" y="4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2976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Master" Target="slideMasters/slideMaster7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2D951DE-4340-452E-ADF6-B97CCDD84C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 dirty="0">
              <a:latin typeface="Georgia" panose="02040502050405020303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3FEFF-60F7-4479-B020-9A4DC055CAF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 dirty="0">
              <a:latin typeface="Georgia" panose="02040502050405020303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937437-CF6E-483B-BD85-D534E4871F0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E7A50-C1A1-481A-BE2C-8F5D40F7AE39}" type="slidenum">
              <a:rPr lang="sv-SE" smtClean="0">
                <a:latin typeface="Georgia" panose="02040502050405020303" pitchFamily="18" charset="0"/>
              </a:rPr>
              <a:t>‹#›</a:t>
            </a:fld>
            <a:endParaRPr lang="sv-SE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4506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eorgia" panose="02040502050405020303" pitchFamily="18" charset="0"/>
              </a:defRPr>
            </a:lvl1pPr>
          </a:lstStyle>
          <a:p>
            <a:endParaRPr lang="sv-S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eorgia" panose="02040502050405020303" pitchFamily="18" charset="0"/>
              </a:defRPr>
            </a:lvl1pPr>
          </a:lstStyle>
          <a:p>
            <a:fld id="{4689C00A-E98B-4D3D-966F-67E40EEA2846}" type="datetimeFigureOut">
              <a:rPr lang="sv-SE" smtClean="0"/>
              <a:pPr/>
              <a:t>2026-09-16</a:t>
            </a:fld>
            <a:endParaRPr lang="sv-S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eorgia" panose="02040502050405020303" pitchFamily="18" charset="0"/>
              </a:defRPr>
            </a:lvl1pPr>
          </a:lstStyle>
          <a:p>
            <a:endParaRPr lang="sv-S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eorgia" panose="02040502050405020303" pitchFamily="18" charset="0"/>
              </a:defRPr>
            </a:lvl1pPr>
          </a:lstStyle>
          <a:p>
            <a:fld id="{CDA9542A-FB14-4843-A197-824CFEAE5CFD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29352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Georgia" panose="02040502050405020303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Georgia" panose="02040502050405020303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Georgia" panose="02040502050405020303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Georgia" panose="02040502050405020303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Georgia" panose="02040502050405020303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9542A-FB14-4843-A197-824CFEAE5CFD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38325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CAC2612-C8B1-42B4-8DBC-352812E7AC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6C0DDFE-EF99-75B2-C385-884FCD416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84963DC-C9E7-8520-C8F2-5D4A54072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896344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CAC2612-C8B1-42B4-8DBC-352812E7AC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17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EC06882-422C-4DDF-B0C6-829A566870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54F475BF-A9F3-4048-2700-3B2F4FCD6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CAA865E-3A6B-5A70-25A4-118668A14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94100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A255562-1BA5-47E2-B332-7AD9148213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9D274-9D58-4C59-BF24-08319E8A8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00F05-7C42-444D-A0D8-253894224E88}" type="datetime1">
              <a:rPr lang="sv-SE" smtClean="0"/>
              <a:t>2026-09-16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FF1B3-BEF7-476C-9C24-6F6824C23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DCECA-8742-4DDD-8038-0C0682EA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997412D-A184-8ACF-2096-E7D485169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519242"/>
            <a:ext cx="10515600" cy="190975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AE4C71D-1FA8-A27F-B94F-F53F1C979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3502800"/>
            <a:ext cx="10515600" cy="2628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4033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F96C9-5579-4CED-A338-A836AEE06E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92263" y="0"/>
            <a:ext cx="2520000" cy="360000"/>
          </a:xfrm>
        </p:spPr>
        <p:txBody>
          <a:bodyPr/>
          <a:lstStyle/>
          <a:p>
            <a:fld id="{C2E58C01-D356-4F4A-A4C8-16C5BA87BC39}" type="datetime1">
              <a:rPr lang="sv-SE" smtClean="0"/>
              <a:t>2026-09-16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A41CD-1A6A-456B-BCAE-4B73471B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AF9EE-7694-4BC1-BDBC-514D317E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2263" y="0"/>
            <a:ext cx="432000" cy="360000"/>
          </a:xfrm>
        </p:spPr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9" name="Rak 5">
            <a:extLst>
              <a:ext uri="{FF2B5EF4-FFF2-40B4-BE49-F238E27FC236}">
                <a16:creationId xmlns:a16="http://schemas.microsoft.com/office/drawing/2014/main" id="{D2B6CEC0-7FA1-4DD6-9711-E98236C44181}"/>
              </a:ext>
            </a:extLst>
          </p:cNvPr>
          <p:cNvCxnSpPr>
            <a:cxnSpLocks/>
          </p:cNvCxnSpPr>
          <p:nvPr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AD2338D-B85A-45B3-B14F-0709EED2F1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D7C0572-FE79-E8CF-B5FB-99BF2BED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92D4395-98C3-8985-DAD6-69287FA36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254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90897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CDECF-AB46-421A-B3EA-954167E55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44391-E399-D04A-970E-1B294DA7E1AE}" type="datetime1">
              <a:rPr lang="sv-SE" smtClean="0"/>
              <a:t>2026-09-16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FB67D-8CC2-4E5B-BF93-6B7E5BF4B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F80C1-A5DA-4E08-8CAE-B47DD97A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11" name="Rak 5">
            <a:extLst>
              <a:ext uri="{FF2B5EF4-FFF2-40B4-BE49-F238E27FC236}">
                <a16:creationId xmlns:a16="http://schemas.microsoft.com/office/drawing/2014/main" id="{1DBCDB3C-6D20-4691-BDE2-381FEEBC114C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84D6708-EF0F-1F67-87B3-27E3288CC6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580969B-BB7F-BF5F-305E-C5E4FA9B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FAEC93B-A239-D232-9F3F-E04D134A33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9"/>
            <a:ext cx="5181600" cy="4241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162F109-2911-EF62-EF8C-8AD44F75C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254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10009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52B86A-85B7-4456-A609-BB084D0B2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F90C-385D-A748-A2FE-753BA8C86ECF}" type="datetime1">
              <a:rPr lang="sv-SE" smtClean="0"/>
              <a:t>2026-09-16</a:t>
            </a:fld>
            <a:endParaRPr lang="sv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0CCA9-80F4-4FE7-B4FD-9FB654545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13" name="Rak 5">
            <a:extLst>
              <a:ext uri="{FF2B5EF4-FFF2-40B4-BE49-F238E27FC236}">
                <a16:creationId xmlns:a16="http://schemas.microsoft.com/office/drawing/2014/main" id="{EC927C92-6210-4B4D-895A-19AADBEF8F6E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0362B491-D480-49A0-9C8D-2642CBE415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C1FC548-26ED-7611-7FBA-4184F4A6B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B01C68F-1BB7-AD24-D54A-D48A808BF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EDD8337C-0E88-07E2-171E-A0C2F4D57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85"/>
            <a:ext cx="5157787" cy="3571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3726D009-5E39-A848-6372-FD2DED175E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6DBBA711-0224-5844-316C-B2F9CE29A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85"/>
            <a:ext cx="5183188" cy="3568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46256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82EEB-76C9-46A2-8992-24100BBA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5C6AD-E4B1-8441-AB11-F0949BE4F47F}" type="datetime1">
              <a:rPr lang="sv-SE" smtClean="0"/>
              <a:t>2026-09-16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F3176-8332-460F-839F-8C36305CF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0BA3FD-78E6-4451-96E1-12B31AC3B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9" name="Rak 5">
            <a:extLst>
              <a:ext uri="{FF2B5EF4-FFF2-40B4-BE49-F238E27FC236}">
                <a16:creationId xmlns:a16="http://schemas.microsoft.com/office/drawing/2014/main" id="{95DA7626-B115-4C4F-9B3C-FE5B663044E7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A45B905-FAB7-4519-A692-CD3C1A292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903A21B-3B8D-F4A4-99D4-DB980A771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198443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96CBC0-C319-4952-8F5C-99292872E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46DD3-10AD-3843-8837-DAD5D1FB9627}" type="datetime1">
              <a:rPr lang="sv-SE" smtClean="0"/>
              <a:t>2026-09-16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6394A-EC6D-4B1F-8267-B06B1013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DF935-E895-4D21-A182-6E15EDC72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8" name="Rak 5">
            <a:extLst>
              <a:ext uri="{FF2B5EF4-FFF2-40B4-BE49-F238E27FC236}">
                <a16:creationId xmlns:a16="http://schemas.microsoft.com/office/drawing/2014/main" id="{97E9F04A-B552-451B-920C-ED4546809656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5BC935F5-ACDF-4ECA-9A0C-8F35071979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934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AEBBB-5F59-4CE5-8F95-88A1C1885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E07CF-3F93-FE49-A8D3-ABDB1108DA96}" type="datetime1">
              <a:rPr lang="sv-SE" smtClean="0"/>
              <a:t>2026-09-16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D4F3F-4FD6-423B-8630-867536633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6012F-A692-4BBB-B0E2-A40D6C39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26" name="Rak 5">
            <a:extLst>
              <a:ext uri="{FF2B5EF4-FFF2-40B4-BE49-F238E27FC236}">
                <a16:creationId xmlns:a16="http://schemas.microsoft.com/office/drawing/2014/main" id="{125440BF-FF8E-4F55-AC91-862AB2B62D8D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EF03451-BC14-4473-990F-4190E39B8B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AF627F5-B8FA-7392-F155-3ABDD010D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7E6854E-FDB5-BE64-1C2F-B104DC69D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50925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81132D2-EAC7-2184-7E66-0F2EF666E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4022563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27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6119C-D6E1-438D-B01E-CF6E63D02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DB0B-1212-EE43-A2E4-E9759D8662FA}" type="datetime1">
              <a:rPr lang="sv-SE" smtClean="0"/>
              <a:t>2026-09-16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2FECA-0FDF-4E93-B1B1-6CF623CF2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55D90-D9E3-425D-B3DC-406845F9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8" name="Rak 5">
            <a:extLst>
              <a:ext uri="{FF2B5EF4-FFF2-40B4-BE49-F238E27FC236}">
                <a16:creationId xmlns:a16="http://schemas.microsoft.com/office/drawing/2014/main" id="{65E233A8-C457-415A-B25B-AC4916975090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BBD564E-3114-43F0-A6F3-FEFE2A009F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2240"/>
            <a:ext cx="1821947" cy="6732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4148781-01E4-BEAA-8834-2DE13A742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3CC195B-1009-38F9-5D93-4C33A44DBB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509253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E33A2CA-D2CD-E479-8A48-509CB2603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4022563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6477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985C7-46FC-4066-B9D3-B0D0DB803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E783F-E01A-3D4D-8D22-1A7C0A61178D}" type="datetime1">
              <a:rPr lang="sv-SE" smtClean="0"/>
              <a:t>2026-09-16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83B8B-54A4-4A15-BB63-FCDC3A44F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9CEAC-1427-4BEA-8982-30CAE04D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A1A33F-C20C-1CDE-623B-7FC7EDF1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8" name="Vertical Text Placeholder 2">
            <a:extLst>
              <a:ext uri="{FF2B5EF4-FFF2-40B4-BE49-F238E27FC236}">
                <a16:creationId xmlns:a16="http://schemas.microsoft.com/office/drawing/2014/main" id="{DE0BF2DB-0832-4566-69F6-92EB2A526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0517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7709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4654A-FDE6-4601-9D75-FA956B136D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03000" y="5049000"/>
            <a:ext cx="1818000" cy="360000"/>
          </a:xfrm>
        </p:spPr>
        <p:txBody>
          <a:bodyPr/>
          <a:lstStyle/>
          <a:p>
            <a:fld id="{AD84D972-628C-144F-8C1B-117CDE23ADC4}" type="datetime1">
              <a:rPr lang="sv-SE" smtClean="0"/>
              <a:t>2026-09-16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8F030-2FCB-40E4-B64D-2629C80F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852000" y="1980000"/>
            <a:ext cx="4320000" cy="360000"/>
          </a:xfrm>
        </p:spPr>
        <p:txBody>
          <a:bodyPr lIns="180000"/>
          <a:lstStyle/>
          <a:p>
            <a:r>
              <a:rPr lang="sv-SE"/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C8C35-D10B-42B0-92F4-58D676FE1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11652000" y="6318000"/>
            <a:ext cx="720000" cy="360000"/>
          </a:xfrm>
        </p:spPr>
        <p:txBody>
          <a:bodyPr rIns="180000"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sp>
        <p:nvSpPr>
          <p:cNvPr id="7" name="Vertical Title 1">
            <a:extLst>
              <a:ext uri="{FF2B5EF4-FFF2-40B4-BE49-F238E27FC236}">
                <a16:creationId xmlns:a16="http://schemas.microsoft.com/office/drawing/2014/main" id="{8C5866D0-6FAE-8EEC-55D0-2C1688813F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8" name="Vertical Text Placeholder 2">
            <a:extLst>
              <a:ext uri="{FF2B5EF4-FFF2-40B4-BE49-F238E27FC236}">
                <a16:creationId xmlns:a16="http://schemas.microsoft.com/office/drawing/2014/main" id="{0630C8C6-33E4-158A-A770-1398B1FFC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66138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E583304-1B26-4F40-85EB-2BBCFC8905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8" y="5610255"/>
            <a:ext cx="3234687" cy="1195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DC8CC-6DA1-44E1-AA32-45B9D76E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186BF-7340-4334-86FF-20FAAF566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221335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E583304-1B26-4F40-85EB-2BBCFC8905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8" y="5610255"/>
            <a:ext cx="3234687" cy="119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20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DC8CC-6DA1-44E1-AA32-45B9D76EB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186BF-7340-4334-86FF-20FAAF566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1AD0E7-7BAB-4DBC-97D9-D958CAF59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8" y="5610255"/>
            <a:ext cx="3234687" cy="119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385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2083048-DEF2-45EE-9ADC-1B9A3314BD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B75322-5373-499E-AF2D-2170CC9A0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519242"/>
            <a:ext cx="10515600" cy="1909758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AD21B-931A-4064-8D73-165D96D91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3502800"/>
            <a:ext cx="10515600" cy="26280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9D274-9D58-4C59-BF24-08319E8A8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DC7EC-3BAF-A746-B828-B95B4F274C77}" type="datetime1">
              <a:rPr lang="sv-SE" smtClean="0"/>
              <a:t>2026-09-16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FF1B3-BEF7-476C-9C24-6F6824C23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DCECA-8742-4DDD-8038-0C0682EA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955468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D5F28-9CA8-4998-8631-C03E7886F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CC860-BB16-4E0C-B870-8B2366E75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4254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F96C9-5579-4CED-A338-A836AEE06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D96A5-407E-0148-B22C-2F9D8A977183}" type="datetime1">
              <a:rPr lang="sv-SE" smtClean="0"/>
              <a:t>2026-09-16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A41CD-1A6A-456B-BCAE-4B73471B3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AF9EE-7694-4BC1-BDBC-514D317E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9" name="Rak 5">
            <a:extLst>
              <a:ext uri="{FF2B5EF4-FFF2-40B4-BE49-F238E27FC236}">
                <a16:creationId xmlns:a16="http://schemas.microsoft.com/office/drawing/2014/main" id="{D2B6CEC0-7FA1-4DD6-9711-E98236C44181}"/>
              </a:ext>
            </a:extLst>
          </p:cNvPr>
          <p:cNvCxnSpPr>
            <a:cxnSpLocks/>
          </p:cNvCxnSpPr>
          <p:nvPr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5EF96D78-7046-4339-A27B-A2E54F7E7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763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5D60-9FEA-4061-AE29-F7A1A0AE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D652D-D723-4261-9B8C-661B6699F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9"/>
            <a:ext cx="5181600" cy="42414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2E162-7D8A-446C-B6C3-D85896811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254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CDECF-AB46-421A-B3EA-954167E55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34A7-DB8B-9B41-910C-2CF55AF33150}" type="datetime1">
              <a:rPr lang="sv-SE" smtClean="0"/>
              <a:t>2026-09-16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FB67D-8CC2-4E5B-BF93-6B7E5BF4B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F80C1-A5DA-4E08-8CAE-B47DD97A3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11" name="Rak 5">
            <a:extLst>
              <a:ext uri="{FF2B5EF4-FFF2-40B4-BE49-F238E27FC236}">
                <a16:creationId xmlns:a16="http://schemas.microsoft.com/office/drawing/2014/main" id="{1DBCDB3C-6D20-4691-BDE2-381FEEBC114C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6BE1A0F-94CD-4198-BF55-0444B608B4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4914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AC1DA-1DF7-4806-9BFE-693752D8E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AEAAB-6C1D-4159-B092-4584A8886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35E44-E48F-4B64-BC38-36AE1423E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85"/>
            <a:ext cx="5157787" cy="3571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40FBBF-9493-4795-A84B-B36E22050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j-lt"/>
              </a:defRPr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B4785-7E60-4E95-8686-8079389741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85"/>
            <a:ext cx="5183188" cy="3568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52B86A-85B7-4456-A609-BB084D0B2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303F4-E9E2-3342-AC93-D695E9586D98}" type="datetime1">
              <a:rPr lang="sv-SE" smtClean="0"/>
              <a:t>2026-09-16</a:t>
            </a:fld>
            <a:endParaRPr lang="sv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C08846-8A71-4321-93F6-BFCE99CB4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B0CCA9-80F4-4FE7-B4FD-9FB654545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13" name="Rak 5">
            <a:extLst>
              <a:ext uri="{FF2B5EF4-FFF2-40B4-BE49-F238E27FC236}">
                <a16:creationId xmlns:a16="http://schemas.microsoft.com/office/drawing/2014/main" id="{EC927C92-6210-4B4D-895A-19AADBEF8F6E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272B713E-9B25-4551-8C9B-6BC99E5E4E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7427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3FE9-5F5B-413D-B4E8-BD7E2968F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082EEB-76C9-46A2-8992-24100BBA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19D5B-AC5F-1D45-9295-D6F35A91C2C9}" type="datetime1">
              <a:rPr lang="sv-SE" smtClean="0"/>
              <a:t>2026-09-16</a:t>
            </a:fld>
            <a:endParaRPr lang="sv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F3176-8332-460F-839F-8C36305CF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0BA3FD-78E6-4451-96E1-12B31AC3B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9" name="Rak 5">
            <a:extLst>
              <a:ext uri="{FF2B5EF4-FFF2-40B4-BE49-F238E27FC236}">
                <a16:creationId xmlns:a16="http://schemas.microsoft.com/office/drawing/2014/main" id="{95DA7626-B115-4C4F-9B3C-FE5B663044E7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3FB99031-EEFF-4AFA-A3F5-072DD362F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475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96CBC0-C319-4952-8F5C-99292872E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1D48A-CAE5-C84B-A647-F49494EFDA79}" type="datetime1">
              <a:rPr lang="sv-SE" smtClean="0"/>
              <a:t>2026-09-16</a:t>
            </a:fld>
            <a:endParaRPr lang="sv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6394A-EC6D-4B1F-8267-B06B1013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DF935-E895-4D21-A182-6E15EDC72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8" name="Rak 5">
            <a:extLst>
              <a:ext uri="{FF2B5EF4-FFF2-40B4-BE49-F238E27FC236}">
                <a16:creationId xmlns:a16="http://schemas.microsoft.com/office/drawing/2014/main" id="{97E9F04A-B552-451B-920C-ED4546809656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56AFAAA-8AD3-4AB3-8A46-2BD9683914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70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980A2-67AA-45AE-A4A3-02C24D5D2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FC7A9-016D-4F8D-95F8-AE268FFCD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50925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9E2521-9433-4ED7-A38E-EB976F0B35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4022563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AEBBB-5F59-4CE5-8F95-88A1C1885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14069A-9C67-E843-A051-20111198E023}" type="datetime1">
              <a:rPr lang="sv-SE" smtClean="0"/>
              <a:t>2026-09-16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D4F3F-4FD6-423B-8630-867536633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6012F-A692-4BBB-B0E2-A40D6C39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26" name="Rak 5">
            <a:extLst>
              <a:ext uri="{FF2B5EF4-FFF2-40B4-BE49-F238E27FC236}">
                <a16:creationId xmlns:a16="http://schemas.microsoft.com/office/drawing/2014/main" id="{125440BF-FF8E-4F55-AC91-862AB2B62D8D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45A0DCF-3090-4EFD-A929-4799EE649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361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48F90-6F0B-4082-A03A-25C0D0EE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BE1322-944E-410B-A503-071D16B24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5092533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sv-S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96F69F-E2CD-4CAC-B28E-04F7F59CD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4022563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D6119C-D6E1-438D-B01E-CF6E63D02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666F6-D8A7-EA46-BB4B-3C04081A8C95}" type="datetime1">
              <a:rPr lang="sv-SE" smtClean="0"/>
              <a:t>2026-09-16</a:t>
            </a:fld>
            <a:endParaRPr lang="sv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2FECA-0FDF-4E93-B1B1-6CF623CF2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55D90-D9E3-425D-B3DC-406845F9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  <p:cxnSp>
        <p:nvCxnSpPr>
          <p:cNvPr id="8" name="Rak 5">
            <a:extLst>
              <a:ext uri="{FF2B5EF4-FFF2-40B4-BE49-F238E27FC236}">
                <a16:creationId xmlns:a16="http://schemas.microsoft.com/office/drawing/2014/main" id="{65E233A8-C457-415A-B25B-AC4916975090}"/>
              </a:ext>
            </a:extLst>
          </p:cNvPr>
          <p:cNvCxnSpPr>
            <a:cxnSpLocks/>
          </p:cNvCxnSpPr>
          <p:nvPr userDrawn="1"/>
        </p:nvCxnSpPr>
        <p:spPr>
          <a:xfrm>
            <a:off x="180000" y="6079962"/>
            <a:ext cx="11833200" cy="32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01FF50F7-D655-41A2-BC16-00FE7DA2E0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" y="6130800"/>
            <a:ext cx="1821947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635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37040-A9FD-4D9F-927E-3D89FFE8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F4497-9EDB-4DEA-8405-69C17F3AB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985C7-46FC-4066-B9D3-B0D0DB803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E9693-29DA-C242-AC0C-8F08E50D3E01}" type="datetime1">
              <a:rPr lang="sv-SE" smtClean="0"/>
              <a:t>2026-09-16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83B8B-54A4-4A15-BB63-FCDC3A44F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9CEAC-1427-4BEA-8982-30CAE04D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42891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B31E45-D6F3-4F73-BEDF-5BEDAFC5A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v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266AE-17DB-428F-A2F6-8D0CA1386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v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4654A-FDE6-4601-9D75-FA956B136D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03000" y="5049000"/>
            <a:ext cx="1818000" cy="360000"/>
          </a:xfrm>
        </p:spPr>
        <p:txBody>
          <a:bodyPr/>
          <a:lstStyle/>
          <a:p>
            <a:fld id="{EB38C32D-A51F-C743-B0D8-2864DD9004EC}" type="datetime1">
              <a:rPr lang="sv-SE" smtClean="0"/>
              <a:t>2026-09-16</a:t>
            </a:fld>
            <a:endParaRPr lang="sv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8F030-2FCB-40E4-B64D-2629C80F1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9852000" y="1980000"/>
            <a:ext cx="4320000" cy="360000"/>
          </a:xfrm>
        </p:spPr>
        <p:txBody>
          <a:bodyPr lIns="180000"/>
          <a:lstStyle/>
          <a:p>
            <a:r>
              <a:rPr lang="sv-SE"/>
              <a:t>LiU PowerPoint-mall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C8C35-D10B-42B0-92F4-58D676FE1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5400000">
            <a:off x="11652000" y="6318000"/>
            <a:ext cx="720000" cy="360000"/>
          </a:xfrm>
        </p:spPr>
        <p:txBody>
          <a:bodyPr rIns="180000"/>
          <a:lstStyle/>
          <a:p>
            <a:fld id="{1D05C8B6-EC5E-42D9-8D75-1E05D642856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212727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CB7FB109-45DC-ADBA-7AA2-512DD193CA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140EFF5-A8E0-7DAD-176F-E72BFF13C7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17FB3B5-4F42-D632-D63B-83B116FF6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6798612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CB7FB109-45DC-ADBA-7AA2-512DD193CA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819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985A5729-B659-E951-EEB5-314BA0802E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50F64-F221-605C-0587-D50232167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F7E6BB3-F45B-054C-44C0-8D5C86076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388883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59751289-D358-02B3-9919-BE934D9080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2CCAC34-4500-80FA-6E65-692C400A2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17BF761-9343-4E2F-3C71-38F372AD9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09372279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59751289-D358-02B3-9919-BE934D9080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4498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52BFCD16-5E25-DB3D-7D94-D38EC37C40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6904AC8-96B1-A5E5-4841-521DD8EFBB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D4B3162-9EDA-1153-EAC7-AD6D63E29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653577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CE7E7DA1-E726-7946-2185-4D97D7D384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42B9A6-B68C-22E2-A042-7696F095F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BAA0D17-D7EA-2CF0-7656-B442B781F8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849118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CE7E7DA1-E726-7946-2185-4D97D7D384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8235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B19AC1D3-1B14-FDA9-3483-19F8FACB6E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EF023FD-B025-4F18-7F62-242EEAFCF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BDEA4E6-6CDC-79FF-90AC-A5B563594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00"/>
            <a:ext cx="91440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60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1541089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04A67895-6CF4-91E5-8796-020466C222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D63F06-CA2C-7719-E422-C0E3AA391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8811642-4F3A-62E0-0C7F-4A9BC473F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6654731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551C479B-874C-F9DD-5403-698458920D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F7A746-BE8D-3A16-666F-3A5C83F0B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6B0FFC9-DE55-9168-6369-57A3F55EF6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76798665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2">
            <a:extLst>
              <a:ext uri="{FF2B5EF4-FFF2-40B4-BE49-F238E27FC236}">
                <a16:creationId xmlns:a16="http://schemas.microsoft.com/office/drawing/2014/main" id="{897D1D43-0B93-CCFA-6D7E-83BE95D479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72" y="5610251"/>
            <a:ext cx="3234687" cy="1195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4808BC3-1193-3C00-32BD-BB91001D4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23066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sv-SE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7B13D68-5CAB-94BB-A55E-510F53ECF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2810"/>
            <a:ext cx="9144000" cy="182880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latin typeface="+mj-lt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48539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3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3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ACA550EA-F544-F241-9F1D-293838448071}" type="datetime1">
              <a:rPr lang="sv-SE" smtClean="0"/>
              <a:t>2026-09-16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/>
              <a:t>LiU PowerPoint-mall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1D05C8B6-EC5E-42D9-8D75-1E05D6428564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95614DB-B4BD-B118-CFF9-882C1BFEA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  <a:endParaRPr lang="sv-S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93FF054-CAE4-221B-109C-59EBA538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7324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76" r:id="rId2"/>
    <p:sldLayoutId id="2147483877" r:id="rId3"/>
    <p:sldLayoutId id="214748386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</p:sldLayoutIdLst>
  <p:hf sldNum="0"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95" userDrawn="1">
          <p15:clr>
            <a:srgbClr val="F26B43"/>
          </p15:clr>
        </p15:guide>
        <p15:guide id="12" pos="7083" userDrawn="1">
          <p15:clr>
            <a:srgbClr val="F26B43"/>
          </p15:clr>
        </p15:guide>
        <p15:guide id="13" orient="horz" pos="21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C40FA7-E471-44B9-9D5D-7D0B44EE4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0C30D-C99C-4CD5-B7FD-541C85BF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92263" y="0"/>
            <a:ext cx="25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4A82310E-5B4D-5E4A-9458-F175B0C05AA9}" type="datetime1">
              <a:rPr lang="sv-SE" smtClean="0"/>
              <a:t>2026-09-16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sv-SE"/>
              <a:t>LiU PowerPoint-mall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D05C8B6-EC5E-42D9-8D75-1E05D6428564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9481733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5" r:id="rId1"/>
    <p:sldLayoutId id="2147483878" r:id="rId2"/>
    <p:sldLayoutId id="2147483879" r:id="rId3"/>
    <p:sldLayoutId id="2147483857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</p:sldLayoutIdLst>
  <p:hf sldNum="0"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95" userDrawn="1">
          <p15:clr>
            <a:srgbClr val="F26B43"/>
          </p15:clr>
        </p15:guide>
        <p15:guide id="12" pos="7083" userDrawn="1">
          <p15:clr>
            <a:srgbClr val="F26B43"/>
          </p15:clr>
        </p15:guide>
        <p15:guide id="13" orient="horz" pos="216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8BE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1FF40AD-5146-EC40-B555-0F748959FBB7}" type="datetime1">
              <a:rPr lang="sv-SE" smtClean="0"/>
              <a:t>2026-09-16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/>
              <a:t>LiU PowerPoint-mall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1D05C8B6-EC5E-42D9-8D75-1E05D6428564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6151E9D-67B4-08D2-691C-8AF8CD9F2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1B741C9-6AA6-F26F-9A01-4F1A2150E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8136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80" r:id="rId2"/>
    <p:sldLayoutId id="2147483881" r:id="rId3"/>
  </p:sldLayoutIdLst>
  <p:hf sldNum="0"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80DC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1FF40AD-5146-EC40-B555-0F748959FBB7}" type="datetime1">
              <a:rPr lang="sv-SE" smtClean="0"/>
              <a:t>2026-09-16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/>
              <a:t>LiU PowerPoint-mall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1D05C8B6-EC5E-42D9-8D75-1E05D6428564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E5EF535-F295-A5A9-2A7A-88628C2C7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4DEEA3B-5EA6-0E73-0502-6AC7FCC59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62473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82" r:id="rId2"/>
    <p:sldLayoutId id="2147483866" r:id="rId3"/>
  </p:sldLayoutIdLst>
  <p:hf sldNum="0"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80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1FF40AD-5146-EC40-B555-0F748959FBB7}" type="datetime1">
              <a:rPr lang="sv-SE" smtClean="0"/>
              <a:t>2026-09-16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/>
              <a:t>LiU PowerPoint-mall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1D05C8B6-EC5E-42D9-8D75-1E05D6428564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38878DD-E2F8-7CF9-6E82-7C05630F9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FC5E8A3-130E-3D62-4C7B-8594B9756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91512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83" r:id="rId2"/>
    <p:sldLayoutId id="2147483869" r:id="rId3"/>
  </p:sldLayoutIdLst>
  <p:hf sldNum="0"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D1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1FF40AD-5146-EC40-B555-0F748959FBB7}" type="datetime1">
              <a:rPr lang="sv-SE" smtClean="0"/>
              <a:t>2026-09-16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/>
              <a:t>LiU PowerPoint-mall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1D05C8B6-EC5E-42D9-8D75-1E05D6428564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068B71B-1B92-8705-C30C-A98052D23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43CB22F-037D-6BFA-206E-B9C4F88CC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397357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</p:sldLayoutIdLst>
  <p:hf sldNum="0"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DCD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1FF40AD-5146-EC40-B555-0F748959FBB7}" type="datetime1">
              <a:rPr lang="sv-SE" smtClean="0"/>
              <a:t>2026-09-16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/>
              <a:t>LiU PowerPoint-mall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1D05C8B6-EC5E-42D9-8D75-1E05D6428564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C5E34EB-7EBA-EBB9-1639-47D7EE0C2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C50C888-B1D7-4AB4-11CD-BFEDD3874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9971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</p:sldLayoutIdLst>
  <p:hf sldNum="0"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7A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C72-79A0-4655-B207-9739A68426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92263" y="-5129"/>
            <a:ext cx="25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41FF40AD-5146-EC40-B555-0F748959FBB7}" type="datetime1">
              <a:rPr lang="sv-SE" smtClean="0"/>
              <a:t>2026-09-16</a:t>
            </a:fld>
            <a:endParaRPr lang="sv-S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00D10-5EE3-4AEB-8900-1A07916BEF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4563" y="0"/>
            <a:ext cx="4320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l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sv-SE"/>
              <a:t>LiU PowerPoint-mall</a:t>
            </a:r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A2BB8-8F26-4AF0-AE95-D41EE971F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2263" y="0"/>
            <a:ext cx="432000" cy="360000"/>
          </a:xfrm>
          <a:prstGeom prst="rect">
            <a:avLst/>
          </a:prstGeom>
        </p:spPr>
        <p:txBody>
          <a:bodyPr vert="horz" wrap="none" lIns="0" tIns="180000" rIns="0" bIns="0" rtlCol="0" anchor="t" anchorCtr="0"/>
          <a:lstStyle>
            <a:lvl1pPr algn="r">
              <a:defRPr sz="1100">
                <a:solidFill>
                  <a:schemeClr val="tx1"/>
                </a:solidFill>
                <a:latin typeface="+mj-lt"/>
              </a:defRPr>
            </a:lvl1pPr>
          </a:lstStyle>
          <a:p>
            <a:fld id="{1D05C8B6-EC5E-42D9-8D75-1E05D6428564}" type="slidenum">
              <a:rPr lang="sv-SE" smtClean="0"/>
              <a:pPr/>
              <a:t>‹#›</a:t>
            </a:fld>
            <a:endParaRPr lang="sv-SE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FE4DCDB-D222-D978-896C-A951403C1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98B7437-899A-3D4A-4380-F13BF4EA8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05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513122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</p:sldLayoutIdLst>
  <p:hf sldNum="0"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pos="595">
          <p15:clr>
            <a:srgbClr val="F26B43"/>
          </p15:clr>
        </p15:guide>
        <p15:guide id="12" pos="7083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84524-60A5-48A6-A802-464B7F63B1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LiU </a:t>
            </a:r>
            <a:r>
              <a:rPr lang="en-US" dirty="0" err="1"/>
              <a:t>colour</a:t>
            </a:r>
            <a:r>
              <a:rPr lang="en-US" dirty="0"/>
              <a:t> background</a:t>
            </a:r>
            <a:endParaRPr lang="sv-S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E47CD-3590-4212-9252-5F0D3BDCD9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combination has a higher contrast and meets the new legal requirements for digital information from Swedish public administration.</a:t>
            </a:r>
          </a:p>
        </p:txBody>
      </p:sp>
    </p:spTree>
    <p:extLst>
      <p:ext uri="{BB962C8B-B14F-4D97-AF65-F5344CB8AC3E}">
        <p14:creationId xmlns:p14="http://schemas.microsoft.com/office/powerpoint/2010/main" val="2441409162"/>
      </p:ext>
    </p:extLst>
  </p:cSld>
  <p:clrMapOvr>
    <a:masterClrMapping/>
  </p:clrMapOvr>
</p:sld>
</file>

<file path=ppt/theme/theme1.xml><?xml version="1.0" encoding="utf-8"?>
<a:theme xmlns:a="http://schemas.openxmlformats.org/drawingml/2006/main" name="LiU - WHITE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LiU-BLÅ">
      <a:srgbClr val="00B9E7"/>
    </a:custClr>
    <a:custClr name="LiU-TURKOS">
      <a:srgbClr val="17C7D2"/>
    </a:custClr>
    <a:custClr name="LiU-GRÖN">
      <a:srgbClr val="00CFB5"/>
    </a:custClr>
    <a:custClr name="LiU-">
      <a:srgbClr val="FFFFFF"/>
    </a:custClr>
    <a:custClr name="LiU-ORANGE">
      <a:srgbClr val="FF6442"/>
    </a:custClr>
    <a:custClr name="LiU-LILA">
      <a:srgbClr val="8981D3"/>
    </a:custClr>
    <a:custClr name="LiU-GUL">
      <a:srgbClr val="FDEF5D"/>
    </a:custClr>
    <a:custClr name="LiU-GRÅ">
      <a:srgbClr val="6A7E91"/>
    </a:custClr>
    <a:custClr name="LiU-">
      <a:srgbClr val="FFFFFF"/>
    </a:custClr>
    <a:custClr name="LiU-">
      <a:srgbClr val="FFFFFF"/>
    </a:custClr>
    <a:custClr name="LiU-BLÅ 50%">
      <a:srgbClr val="80DCF3"/>
    </a:custClr>
    <a:custClr name="LiU-TURKOS 50%">
      <a:srgbClr val="8BE3E9"/>
    </a:custClr>
    <a:custClr name="LiU-GRÖN 50%">
      <a:srgbClr val="80E7DA"/>
    </a:custClr>
    <a:custClr name="LiU-">
      <a:srgbClr val="FFFFFF"/>
    </a:custClr>
    <a:custClr name="LiU-ORANGE 50%">
      <a:srgbClr val="FFB2A1"/>
    </a:custClr>
    <a:custClr name="LiU-LILA 50%">
      <a:srgbClr val="C4C0E9"/>
    </a:custClr>
    <a:custClr name="LiU-GUL 50%">
      <a:srgbClr val="FEF7AE"/>
    </a:custClr>
    <a:custClr name="LiU-GRÅ 50%">
      <a:srgbClr val="B5BFC8"/>
    </a:custClr>
    <a:custClr name="LiU-">
      <a:srgbClr val="FFFFFF"/>
    </a:custClr>
    <a:custClr name="LiU-">
      <a:srgbClr val="FFFFFF"/>
    </a:custClr>
    <a:custClr name="LiU-BLÅ 30%">
      <a:srgbClr val="B3EAF8"/>
    </a:custClr>
    <a:custClr name="LiU-TURKOS 30%">
      <a:srgbClr val="B9EEF2"/>
    </a:custClr>
    <a:custClr name="LiU-GRÖN 30%">
      <a:srgbClr val="B3F1E9"/>
    </a:custClr>
    <a:custClr name="LiU-">
      <a:srgbClr val="FFFFFF"/>
    </a:custClr>
    <a:custClr name="LiU-ORANGE 30%">
      <a:srgbClr val="FFD1C6"/>
    </a:custClr>
    <a:custClr name="LiU-LILA 30%">
      <a:srgbClr val="DCD9F2"/>
    </a:custClr>
    <a:custClr name="LiU-">
      <a:srgbClr val="FFFFFF"/>
    </a:custClr>
    <a:custClr name="LiU-GRÅ 30%">
      <a:srgbClr val="D2D8DE"/>
    </a:custClr>
    <a:custClr name="LiU-">
      <a:srgbClr val="FFFFFF"/>
    </a:custClr>
    <a:custClr name="LiU-">
      <a:srgbClr val="FFFFFF"/>
    </a:custClr>
  </a:custClrLst>
  <a:extLst>
    <a:ext uri="{05A4C25C-085E-4340-85A3-A5531E510DB2}">
      <thm15:themeFamily xmlns:thm15="http://schemas.microsoft.com/office/thememl/2012/main" name="Presentation (english)" id="{1833470D-4992-4545-8191-B3B726004986}" vid="{09727623-BC30-7B4E-BC6E-9F6FB8009EB4}"/>
    </a:ext>
  </a:extLst>
</a:theme>
</file>

<file path=ppt/theme/theme2.xml><?xml version="1.0" encoding="utf-8"?>
<a:theme xmlns:a="http://schemas.openxmlformats.org/drawingml/2006/main" name="LiU - BLACK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LiU-BLÅ">
      <a:srgbClr val="00B9E7"/>
    </a:custClr>
    <a:custClr name="LiU-TURKOS">
      <a:srgbClr val="17C7D2"/>
    </a:custClr>
    <a:custClr name="LiU-GRÖN">
      <a:srgbClr val="00CFB5"/>
    </a:custClr>
    <a:custClr name="LiU-">
      <a:srgbClr val="FFFFFF"/>
    </a:custClr>
    <a:custClr name="LiU-ORANGE">
      <a:srgbClr val="FF6442"/>
    </a:custClr>
    <a:custClr name="LiU-LILA">
      <a:srgbClr val="8981D3"/>
    </a:custClr>
    <a:custClr name="LiU-GUL">
      <a:srgbClr val="FDEF5D"/>
    </a:custClr>
    <a:custClr name="LiU-GRÅ">
      <a:srgbClr val="6A7E91"/>
    </a:custClr>
    <a:custClr name="LiU-">
      <a:srgbClr val="FFFFFF"/>
    </a:custClr>
    <a:custClr name="LiU-">
      <a:srgbClr val="FFFFFF"/>
    </a:custClr>
    <a:custClr name="LiU-BLÅ 50%">
      <a:srgbClr val="80DCF3"/>
    </a:custClr>
    <a:custClr name="LiU-TURKOS 50%">
      <a:srgbClr val="8BE3E9"/>
    </a:custClr>
    <a:custClr name="LiU-GRÖN 50%">
      <a:srgbClr val="80E7DA"/>
    </a:custClr>
    <a:custClr name="LiU-">
      <a:srgbClr val="FFFFFF"/>
    </a:custClr>
    <a:custClr name="LiU-ORANGE 50%">
      <a:srgbClr val="FFB2A1"/>
    </a:custClr>
    <a:custClr name="LiU-LILA 50%">
      <a:srgbClr val="C4C0E9"/>
    </a:custClr>
    <a:custClr name="LiU-GUL 50%">
      <a:srgbClr val="FEF7AE"/>
    </a:custClr>
    <a:custClr name="LiU-GRÅ 50%">
      <a:srgbClr val="B5BFC8"/>
    </a:custClr>
    <a:custClr name="LiU-">
      <a:srgbClr val="FFFFFF"/>
    </a:custClr>
    <a:custClr name="LiU-">
      <a:srgbClr val="FFFFFF"/>
    </a:custClr>
    <a:custClr name="LiU-BLÅ 30%">
      <a:srgbClr val="B3EAF8"/>
    </a:custClr>
    <a:custClr name="LiU-TURKOS 30%">
      <a:srgbClr val="B9EEF2"/>
    </a:custClr>
    <a:custClr name="LiU-GRÖN 30%">
      <a:srgbClr val="B3F1E9"/>
    </a:custClr>
    <a:custClr name="LiU-">
      <a:srgbClr val="FFFFFF"/>
    </a:custClr>
    <a:custClr name="LiU-ORANGE 30%">
      <a:srgbClr val="FFD1C6"/>
    </a:custClr>
    <a:custClr name="LiU-LILA 30%">
      <a:srgbClr val="DCD9F2"/>
    </a:custClr>
    <a:custClr name="LiU-">
      <a:srgbClr val="FFFFFF"/>
    </a:custClr>
    <a:custClr name="LiU-GRÅ 30%">
      <a:srgbClr val="D2D8DE"/>
    </a:custClr>
    <a:custClr name="LiU-">
      <a:srgbClr val="FFFFFF"/>
    </a:custClr>
    <a:custClr name="LiU-">
      <a:srgbClr val="FFFFFF"/>
    </a:custClr>
  </a:custClrLst>
  <a:extLst>
    <a:ext uri="{05A4C25C-085E-4340-85A3-A5531E510DB2}">
      <thm15:themeFamily xmlns:thm15="http://schemas.microsoft.com/office/thememl/2012/main" name="Presentation (english)" id="{1833470D-4992-4545-8191-B3B726004986}" vid="{7EFB33B3-B531-9446-9578-AB8DF0709461}"/>
    </a:ext>
  </a:extLst>
</a:theme>
</file>

<file path=ppt/theme/theme3.xml><?xml version="1.0" encoding="utf-8"?>
<a:theme xmlns:a="http://schemas.openxmlformats.org/drawingml/2006/main" name="LiU - TURKOS 5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LiU-BLÅ">
      <a:srgbClr val="00B9E7"/>
    </a:custClr>
    <a:custClr name="LiU-TURKOS">
      <a:srgbClr val="17C7D2"/>
    </a:custClr>
    <a:custClr name="LiU-GRÖN">
      <a:srgbClr val="00CFB5"/>
    </a:custClr>
    <a:custClr name="LiU-">
      <a:srgbClr val="FFFFFF"/>
    </a:custClr>
    <a:custClr name="LiU-ORANGE">
      <a:srgbClr val="FF6442"/>
    </a:custClr>
    <a:custClr name="LiU-LILA">
      <a:srgbClr val="8981D3"/>
    </a:custClr>
    <a:custClr name="LiU-GUL">
      <a:srgbClr val="FDEF5D"/>
    </a:custClr>
    <a:custClr name="LiU-GRÅ">
      <a:srgbClr val="6A7E91"/>
    </a:custClr>
    <a:custClr name="LiU-">
      <a:srgbClr val="FFFFFF"/>
    </a:custClr>
    <a:custClr name="LiU-">
      <a:srgbClr val="FFFFFF"/>
    </a:custClr>
    <a:custClr name="LiU-BLÅ 50%">
      <a:srgbClr val="80DCF3"/>
    </a:custClr>
    <a:custClr name="LiU-TURKOS 50%">
      <a:srgbClr val="8BE3E9"/>
    </a:custClr>
    <a:custClr name="LiU-GRÖN 50%">
      <a:srgbClr val="80E7DA"/>
    </a:custClr>
    <a:custClr name="LiU-">
      <a:srgbClr val="FFFFFF"/>
    </a:custClr>
    <a:custClr name="LiU-ORANGE 50%">
      <a:srgbClr val="FFB2A1"/>
    </a:custClr>
    <a:custClr name="LiU-LILA 50%">
      <a:srgbClr val="C4C0E9"/>
    </a:custClr>
    <a:custClr name="LiU-GUL 50%">
      <a:srgbClr val="FEF7AE"/>
    </a:custClr>
    <a:custClr name="LiU-GRÅ 50%">
      <a:srgbClr val="B5BFC8"/>
    </a:custClr>
    <a:custClr name="LiU-">
      <a:srgbClr val="FFFFFF"/>
    </a:custClr>
    <a:custClr name="LiU-">
      <a:srgbClr val="FFFFFF"/>
    </a:custClr>
    <a:custClr name="LiU-BLÅ 30%">
      <a:srgbClr val="B3EAF8"/>
    </a:custClr>
    <a:custClr name="LiU-TURKOS 30%">
      <a:srgbClr val="B9EEF2"/>
    </a:custClr>
    <a:custClr name="LiU-GRÖN 30%">
      <a:srgbClr val="B3F1E9"/>
    </a:custClr>
    <a:custClr name="LiU-">
      <a:srgbClr val="FFFFFF"/>
    </a:custClr>
    <a:custClr name="LiU-ORANGE 30%">
      <a:srgbClr val="FFD1C6"/>
    </a:custClr>
    <a:custClr name="LiU-LILA 30%">
      <a:srgbClr val="DCD9F2"/>
    </a:custClr>
    <a:custClr name="LiU-">
      <a:srgbClr val="FFFFFF"/>
    </a:custClr>
    <a:custClr name="LiU-GRÅ 30%">
      <a:srgbClr val="D2D8DE"/>
    </a:custClr>
    <a:custClr name="LiU-">
      <a:srgbClr val="FFFFFF"/>
    </a:custClr>
    <a:custClr name="LiU-">
      <a:srgbClr val="FFFFFF"/>
    </a:custClr>
  </a:custClrLst>
  <a:extLst>
    <a:ext uri="{05A4C25C-085E-4340-85A3-A5531E510DB2}">
      <thm15:themeFamily xmlns:thm15="http://schemas.microsoft.com/office/thememl/2012/main" name="Presentation (english)" id="{1833470D-4992-4545-8191-B3B726004986}" vid="{CB6477C4-CDBB-C741-8B91-F6B92E839A09}"/>
    </a:ext>
  </a:extLst>
</a:theme>
</file>

<file path=ppt/theme/theme4.xml><?xml version="1.0" encoding="utf-8"?>
<a:theme xmlns:a="http://schemas.openxmlformats.org/drawingml/2006/main" name="LiU - BLÅ 5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LiU-BLÅ">
      <a:srgbClr val="00B9E7"/>
    </a:custClr>
    <a:custClr name="LiU-TURKOS">
      <a:srgbClr val="17C7D2"/>
    </a:custClr>
    <a:custClr name="LiU-GRÖN">
      <a:srgbClr val="00CFB5"/>
    </a:custClr>
    <a:custClr name="LiU-">
      <a:srgbClr val="FFFFFF"/>
    </a:custClr>
    <a:custClr name="LiU-ORANGE">
      <a:srgbClr val="FF6442"/>
    </a:custClr>
    <a:custClr name="LiU-LILA">
      <a:srgbClr val="8981D3"/>
    </a:custClr>
    <a:custClr name="LiU-GUL">
      <a:srgbClr val="FDEF5D"/>
    </a:custClr>
    <a:custClr name="LiU-GRÅ">
      <a:srgbClr val="6A7E91"/>
    </a:custClr>
    <a:custClr name="LiU-">
      <a:srgbClr val="FFFFFF"/>
    </a:custClr>
    <a:custClr name="LiU-">
      <a:srgbClr val="FFFFFF"/>
    </a:custClr>
    <a:custClr name="LiU-BLÅ 50%">
      <a:srgbClr val="80DCF3"/>
    </a:custClr>
    <a:custClr name="LiU-TURKOS 50%">
      <a:srgbClr val="8BE3E9"/>
    </a:custClr>
    <a:custClr name="LiU-GRÖN 50%">
      <a:srgbClr val="80E7DA"/>
    </a:custClr>
    <a:custClr name="LiU-">
      <a:srgbClr val="FFFFFF"/>
    </a:custClr>
    <a:custClr name="LiU-ORANGE 50%">
      <a:srgbClr val="FFB2A1"/>
    </a:custClr>
    <a:custClr name="LiU-LILA 50%">
      <a:srgbClr val="C4C0E9"/>
    </a:custClr>
    <a:custClr name="LiU-GUL 50%">
      <a:srgbClr val="FEF7AE"/>
    </a:custClr>
    <a:custClr name="LiU-GRÅ 50%">
      <a:srgbClr val="B5BFC8"/>
    </a:custClr>
    <a:custClr name="LiU-">
      <a:srgbClr val="FFFFFF"/>
    </a:custClr>
    <a:custClr name="LiU-">
      <a:srgbClr val="FFFFFF"/>
    </a:custClr>
    <a:custClr name="LiU-BLÅ 30%">
      <a:srgbClr val="B3EAF8"/>
    </a:custClr>
    <a:custClr name="LiU-TURKOS 30%">
      <a:srgbClr val="B9EEF2"/>
    </a:custClr>
    <a:custClr name="LiU-GRÖN 30%">
      <a:srgbClr val="B3F1E9"/>
    </a:custClr>
    <a:custClr name="LiU-">
      <a:srgbClr val="FFFFFF"/>
    </a:custClr>
    <a:custClr name="LiU-ORANGE 30%">
      <a:srgbClr val="FFD1C6"/>
    </a:custClr>
    <a:custClr name="LiU-LILA 30%">
      <a:srgbClr val="DCD9F2"/>
    </a:custClr>
    <a:custClr name="LiU-">
      <a:srgbClr val="FFFFFF"/>
    </a:custClr>
    <a:custClr name="LiU-GRÅ 30%">
      <a:srgbClr val="D2D8DE"/>
    </a:custClr>
    <a:custClr name="LiU-">
      <a:srgbClr val="FFFFFF"/>
    </a:custClr>
    <a:custClr name="LiU-">
      <a:srgbClr val="FFFFFF"/>
    </a:custClr>
  </a:custClrLst>
  <a:extLst>
    <a:ext uri="{05A4C25C-085E-4340-85A3-A5531E510DB2}">
      <thm15:themeFamily xmlns:thm15="http://schemas.microsoft.com/office/thememl/2012/main" name="Presentation (english)" id="{1833470D-4992-4545-8191-B3B726004986}" vid="{173246F8-4D85-8048-BC35-18D2330D0C02}"/>
    </a:ext>
  </a:extLst>
</a:theme>
</file>

<file path=ppt/theme/theme5.xml><?xml version="1.0" encoding="utf-8"?>
<a:theme xmlns:a="http://schemas.openxmlformats.org/drawingml/2006/main" name="LiU - GRÖN 5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LiU-BLÅ">
      <a:srgbClr val="00B9E7"/>
    </a:custClr>
    <a:custClr name="LiU-TURKOS">
      <a:srgbClr val="17C7D2"/>
    </a:custClr>
    <a:custClr name="LiU-GRÖN">
      <a:srgbClr val="00CFB5"/>
    </a:custClr>
    <a:custClr name="LiU-">
      <a:srgbClr val="FFFFFF"/>
    </a:custClr>
    <a:custClr name="LiU-ORANGE">
      <a:srgbClr val="FF6442"/>
    </a:custClr>
    <a:custClr name="LiU-LILA">
      <a:srgbClr val="8981D3"/>
    </a:custClr>
    <a:custClr name="LiU-GUL">
      <a:srgbClr val="FDEF5D"/>
    </a:custClr>
    <a:custClr name="LiU-GRÅ">
      <a:srgbClr val="6A7E91"/>
    </a:custClr>
    <a:custClr name="LiU-">
      <a:srgbClr val="FFFFFF"/>
    </a:custClr>
    <a:custClr name="LiU-">
      <a:srgbClr val="FFFFFF"/>
    </a:custClr>
    <a:custClr name="LiU-BLÅ 50%">
      <a:srgbClr val="80DCF3"/>
    </a:custClr>
    <a:custClr name="LiU-TURKOS 50%">
      <a:srgbClr val="8BE3E9"/>
    </a:custClr>
    <a:custClr name="LiU-GRÖN 50%">
      <a:srgbClr val="80E7DA"/>
    </a:custClr>
    <a:custClr name="LiU-">
      <a:srgbClr val="FFFFFF"/>
    </a:custClr>
    <a:custClr name="LiU-ORANGE 50%">
      <a:srgbClr val="FFB2A1"/>
    </a:custClr>
    <a:custClr name="LiU-LILA 50%">
      <a:srgbClr val="C4C0E9"/>
    </a:custClr>
    <a:custClr name="LiU-GUL 50%">
      <a:srgbClr val="FEF7AE"/>
    </a:custClr>
    <a:custClr name="LiU-GRÅ 50%">
      <a:srgbClr val="B5BFC8"/>
    </a:custClr>
    <a:custClr name="LiU-">
      <a:srgbClr val="FFFFFF"/>
    </a:custClr>
    <a:custClr name="LiU-">
      <a:srgbClr val="FFFFFF"/>
    </a:custClr>
    <a:custClr name="LiU-BLÅ 30%">
      <a:srgbClr val="B3EAF8"/>
    </a:custClr>
    <a:custClr name="LiU-TURKOS 30%">
      <a:srgbClr val="B9EEF2"/>
    </a:custClr>
    <a:custClr name="LiU-GRÖN 30%">
      <a:srgbClr val="B3F1E9"/>
    </a:custClr>
    <a:custClr name="LiU-">
      <a:srgbClr val="FFFFFF"/>
    </a:custClr>
    <a:custClr name="LiU-ORANGE 30%">
      <a:srgbClr val="FFD1C6"/>
    </a:custClr>
    <a:custClr name="LiU-LILA 30%">
      <a:srgbClr val="DCD9F2"/>
    </a:custClr>
    <a:custClr name="LiU-">
      <a:srgbClr val="FFFFFF"/>
    </a:custClr>
    <a:custClr name="LiU-GRÅ 30%">
      <a:srgbClr val="D2D8DE"/>
    </a:custClr>
    <a:custClr name="LiU-">
      <a:srgbClr val="FFFFFF"/>
    </a:custClr>
    <a:custClr name="LiU-">
      <a:srgbClr val="FFFFFF"/>
    </a:custClr>
  </a:custClrLst>
  <a:extLst>
    <a:ext uri="{05A4C25C-085E-4340-85A3-A5531E510DB2}">
      <thm15:themeFamily xmlns:thm15="http://schemas.microsoft.com/office/thememl/2012/main" name="Presentation (english)" id="{1833470D-4992-4545-8191-B3B726004986}" vid="{8FBF2647-F718-D447-BC7B-ED52657DB76E}"/>
    </a:ext>
  </a:extLst>
</a:theme>
</file>

<file path=ppt/theme/theme6.xml><?xml version="1.0" encoding="utf-8"?>
<a:theme xmlns:a="http://schemas.openxmlformats.org/drawingml/2006/main" name="LiU - ORANGE 3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LiU-BLÅ">
      <a:srgbClr val="00B9E7"/>
    </a:custClr>
    <a:custClr name="LiU-TURKOS">
      <a:srgbClr val="17C7D2"/>
    </a:custClr>
    <a:custClr name="LiU-GRÖN">
      <a:srgbClr val="00CFB5"/>
    </a:custClr>
    <a:custClr name="LiU-">
      <a:srgbClr val="FFFFFF"/>
    </a:custClr>
    <a:custClr name="LiU-ORANGE">
      <a:srgbClr val="FF6442"/>
    </a:custClr>
    <a:custClr name="LiU-LILA">
      <a:srgbClr val="8981D3"/>
    </a:custClr>
    <a:custClr name="LiU-GUL">
      <a:srgbClr val="FDEF5D"/>
    </a:custClr>
    <a:custClr name="LiU-GRÅ">
      <a:srgbClr val="6A7E91"/>
    </a:custClr>
    <a:custClr name="LiU-">
      <a:srgbClr val="FFFFFF"/>
    </a:custClr>
    <a:custClr name="LiU-">
      <a:srgbClr val="FFFFFF"/>
    </a:custClr>
    <a:custClr name="LiU-BLÅ 50%">
      <a:srgbClr val="80DCF3"/>
    </a:custClr>
    <a:custClr name="LiU-TURKOS 50%">
      <a:srgbClr val="8BE3E9"/>
    </a:custClr>
    <a:custClr name="LiU-GRÖN 50%">
      <a:srgbClr val="80E7DA"/>
    </a:custClr>
    <a:custClr name="LiU-">
      <a:srgbClr val="FFFFFF"/>
    </a:custClr>
    <a:custClr name="LiU-ORANGE 50%">
      <a:srgbClr val="FFB2A1"/>
    </a:custClr>
    <a:custClr name="LiU-LILA 50%">
      <a:srgbClr val="C4C0E9"/>
    </a:custClr>
    <a:custClr name="LiU-GUL 50%">
      <a:srgbClr val="FEF7AE"/>
    </a:custClr>
    <a:custClr name="LiU-GRÅ 50%">
      <a:srgbClr val="B5BFC8"/>
    </a:custClr>
    <a:custClr name="LiU-">
      <a:srgbClr val="FFFFFF"/>
    </a:custClr>
    <a:custClr name="LiU-">
      <a:srgbClr val="FFFFFF"/>
    </a:custClr>
    <a:custClr name="LiU-BLÅ 30%">
      <a:srgbClr val="B3EAF8"/>
    </a:custClr>
    <a:custClr name="LiU-TURKOS 30%">
      <a:srgbClr val="B9EEF2"/>
    </a:custClr>
    <a:custClr name="LiU-GRÖN 30%">
      <a:srgbClr val="B3F1E9"/>
    </a:custClr>
    <a:custClr name="LiU-">
      <a:srgbClr val="FFFFFF"/>
    </a:custClr>
    <a:custClr name="LiU-ORANGE 30%">
      <a:srgbClr val="FFD1C6"/>
    </a:custClr>
    <a:custClr name="LiU-LILA 30%">
      <a:srgbClr val="DCD9F2"/>
    </a:custClr>
    <a:custClr name="LiU-">
      <a:srgbClr val="FFFFFF"/>
    </a:custClr>
    <a:custClr name="LiU-GRÅ 30%">
      <a:srgbClr val="D2D8DE"/>
    </a:custClr>
    <a:custClr name="LiU-">
      <a:srgbClr val="FFFFFF"/>
    </a:custClr>
    <a:custClr name="LiU-">
      <a:srgbClr val="FFFFFF"/>
    </a:custClr>
  </a:custClrLst>
  <a:extLst>
    <a:ext uri="{05A4C25C-085E-4340-85A3-A5531E510DB2}">
      <thm15:themeFamily xmlns:thm15="http://schemas.microsoft.com/office/thememl/2012/main" name="Presentation (english)" id="{1833470D-4992-4545-8191-B3B726004986}" vid="{EC2BCE03-251D-0646-986A-D20A8BD33DA3}"/>
    </a:ext>
  </a:extLst>
</a:theme>
</file>

<file path=ppt/theme/theme7.xml><?xml version="1.0" encoding="utf-8"?>
<a:theme xmlns:a="http://schemas.openxmlformats.org/drawingml/2006/main" name="LiU - LILA 3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LiU-BLÅ">
      <a:srgbClr val="00B9E7"/>
    </a:custClr>
    <a:custClr name="LiU-TURKOS">
      <a:srgbClr val="17C7D2"/>
    </a:custClr>
    <a:custClr name="LiU-GRÖN">
      <a:srgbClr val="00CFB5"/>
    </a:custClr>
    <a:custClr name="LiU-">
      <a:srgbClr val="FFFFFF"/>
    </a:custClr>
    <a:custClr name="LiU-ORANGE">
      <a:srgbClr val="FF6442"/>
    </a:custClr>
    <a:custClr name="LiU-LILA">
      <a:srgbClr val="8981D3"/>
    </a:custClr>
    <a:custClr name="LiU-GUL">
      <a:srgbClr val="FDEF5D"/>
    </a:custClr>
    <a:custClr name="LiU-GRÅ">
      <a:srgbClr val="6A7E91"/>
    </a:custClr>
    <a:custClr name="LiU-">
      <a:srgbClr val="FFFFFF"/>
    </a:custClr>
    <a:custClr name="LiU-">
      <a:srgbClr val="FFFFFF"/>
    </a:custClr>
    <a:custClr name="LiU-BLÅ 50%">
      <a:srgbClr val="80DCF3"/>
    </a:custClr>
    <a:custClr name="LiU-TURKOS 50%">
      <a:srgbClr val="8BE3E9"/>
    </a:custClr>
    <a:custClr name="LiU-GRÖN 50%">
      <a:srgbClr val="80E7DA"/>
    </a:custClr>
    <a:custClr name="LiU-">
      <a:srgbClr val="FFFFFF"/>
    </a:custClr>
    <a:custClr name="LiU-ORANGE 50%">
      <a:srgbClr val="FFB2A1"/>
    </a:custClr>
    <a:custClr name="LiU-LILA 50%">
      <a:srgbClr val="C4C0E9"/>
    </a:custClr>
    <a:custClr name="LiU-GUL 50%">
      <a:srgbClr val="FEF7AE"/>
    </a:custClr>
    <a:custClr name="LiU-GRÅ 50%">
      <a:srgbClr val="B5BFC8"/>
    </a:custClr>
    <a:custClr name="LiU-">
      <a:srgbClr val="FFFFFF"/>
    </a:custClr>
    <a:custClr name="LiU-">
      <a:srgbClr val="FFFFFF"/>
    </a:custClr>
    <a:custClr name="LiU-BLÅ 30%">
      <a:srgbClr val="B3EAF8"/>
    </a:custClr>
    <a:custClr name="LiU-TURKOS 30%">
      <a:srgbClr val="B9EEF2"/>
    </a:custClr>
    <a:custClr name="LiU-GRÖN 30%">
      <a:srgbClr val="B3F1E9"/>
    </a:custClr>
    <a:custClr name="LiU-">
      <a:srgbClr val="FFFFFF"/>
    </a:custClr>
    <a:custClr name="LiU-ORANGE 30%">
      <a:srgbClr val="FFD1C6"/>
    </a:custClr>
    <a:custClr name="LiU-LILA 30%">
      <a:srgbClr val="DCD9F2"/>
    </a:custClr>
    <a:custClr name="LiU-">
      <a:srgbClr val="FFFFFF"/>
    </a:custClr>
    <a:custClr name="LiU-GRÅ 30%">
      <a:srgbClr val="D2D8DE"/>
    </a:custClr>
    <a:custClr name="LiU-">
      <a:srgbClr val="FFFFFF"/>
    </a:custClr>
    <a:custClr name="LiU-">
      <a:srgbClr val="FFFFFF"/>
    </a:custClr>
  </a:custClrLst>
  <a:extLst>
    <a:ext uri="{05A4C25C-085E-4340-85A3-A5531E510DB2}">
      <thm15:themeFamily xmlns:thm15="http://schemas.microsoft.com/office/thememl/2012/main" name="Presentation (english)" id="{1833470D-4992-4545-8191-B3B726004986}" vid="{9A155C35-0366-6A41-B605-6D2B498C0DE7}"/>
    </a:ext>
  </a:extLst>
</a:theme>
</file>

<file path=ppt/theme/theme8.xml><?xml version="1.0" encoding="utf-8"?>
<a:theme xmlns:a="http://schemas.openxmlformats.org/drawingml/2006/main" name="LiU - GUL 50%">
  <a:themeElements>
    <a:clrScheme name="LiU-BLÅ">
      <a:dk1>
        <a:srgbClr val="000000"/>
      </a:dk1>
      <a:lt1>
        <a:srgbClr val="FFFFFF"/>
      </a:lt1>
      <a:dk2>
        <a:srgbClr val="00B9E7"/>
      </a:dk2>
      <a:lt2>
        <a:srgbClr val="FFFFFF"/>
      </a:lt2>
      <a:accent1>
        <a:srgbClr val="17C7D2"/>
      </a:accent1>
      <a:accent2>
        <a:srgbClr val="00CFB5"/>
      </a:accent2>
      <a:accent3>
        <a:srgbClr val="FF6442"/>
      </a:accent3>
      <a:accent4>
        <a:srgbClr val="8981D3"/>
      </a:accent4>
      <a:accent5>
        <a:srgbClr val="FDEF5D"/>
      </a:accent5>
      <a:accent6>
        <a:srgbClr val="6A7E91"/>
      </a:accent6>
      <a:hlink>
        <a:srgbClr val="0000FF"/>
      </a:hlink>
      <a:folHlink>
        <a:srgbClr val="800080"/>
      </a:folHlink>
    </a:clrScheme>
    <a:fontScheme name="LiU">
      <a:majorFont>
        <a:latin typeface="KorolevLiU Medium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LiU-BLÅ">
      <a:srgbClr val="00B9E7"/>
    </a:custClr>
    <a:custClr name="LiU-TURKOS">
      <a:srgbClr val="17C7D2"/>
    </a:custClr>
    <a:custClr name="LiU-GRÖN">
      <a:srgbClr val="00CFB5"/>
    </a:custClr>
    <a:custClr name="LiU-">
      <a:srgbClr val="FFFFFF"/>
    </a:custClr>
    <a:custClr name="LiU-ORANGE">
      <a:srgbClr val="FF6442"/>
    </a:custClr>
    <a:custClr name="LiU-LILA">
      <a:srgbClr val="8981D3"/>
    </a:custClr>
    <a:custClr name="LiU-GUL">
      <a:srgbClr val="FDEF5D"/>
    </a:custClr>
    <a:custClr name="LiU-GRÅ">
      <a:srgbClr val="6A7E91"/>
    </a:custClr>
    <a:custClr name="LiU-">
      <a:srgbClr val="FFFFFF"/>
    </a:custClr>
    <a:custClr name="LiU-">
      <a:srgbClr val="FFFFFF"/>
    </a:custClr>
    <a:custClr name="LiU-BLÅ 50%">
      <a:srgbClr val="80DCF3"/>
    </a:custClr>
    <a:custClr name="LiU-TURKOS 50%">
      <a:srgbClr val="8BE3E9"/>
    </a:custClr>
    <a:custClr name="LiU-GRÖN 50%">
      <a:srgbClr val="80E7DA"/>
    </a:custClr>
    <a:custClr name="LiU-">
      <a:srgbClr val="FFFFFF"/>
    </a:custClr>
    <a:custClr name="LiU-ORANGE 50%">
      <a:srgbClr val="FFB2A1"/>
    </a:custClr>
    <a:custClr name="LiU-LILA 50%">
      <a:srgbClr val="C4C0E9"/>
    </a:custClr>
    <a:custClr name="LiU-GUL 50%">
      <a:srgbClr val="FEF7AE"/>
    </a:custClr>
    <a:custClr name="LiU-GRÅ 50%">
      <a:srgbClr val="B5BFC8"/>
    </a:custClr>
    <a:custClr name="LiU-">
      <a:srgbClr val="FFFFFF"/>
    </a:custClr>
    <a:custClr name="LiU-">
      <a:srgbClr val="FFFFFF"/>
    </a:custClr>
    <a:custClr name="LiU-BLÅ 30%">
      <a:srgbClr val="B3EAF8"/>
    </a:custClr>
    <a:custClr name="LiU-TURKOS 30%">
      <a:srgbClr val="B9EEF2"/>
    </a:custClr>
    <a:custClr name="LiU-GRÖN 30%">
      <a:srgbClr val="B3F1E9"/>
    </a:custClr>
    <a:custClr name="LiU-">
      <a:srgbClr val="FFFFFF"/>
    </a:custClr>
    <a:custClr name="LiU-ORANGE 30%">
      <a:srgbClr val="FFD1C6"/>
    </a:custClr>
    <a:custClr name="LiU-LILA 30%">
      <a:srgbClr val="DCD9F2"/>
    </a:custClr>
    <a:custClr name="LiU-">
      <a:srgbClr val="FFFFFF"/>
    </a:custClr>
    <a:custClr name="LiU-GRÅ 30%">
      <a:srgbClr val="D2D8DE"/>
    </a:custClr>
    <a:custClr name="LiU-">
      <a:srgbClr val="FFFFFF"/>
    </a:custClr>
    <a:custClr name="LiU-">
      <a:srgbClr val="FFFFFF"/>
    </a:custClr>
  </a:custClrLst>
  <a:extLst>
    <a:ext uri="{05A4C25C-085E-4340-85A3-A5531E510DB2}">
      <thm15:themeFamily xmlns:thm15="http://schemas.microsoft.com/office/thememl/2012/main" name="Presentation (english)" id="{1833470D-4992-4545-8191-B3B726004986}" vid="{B98FF02B-D040-0946-9EDB-1D8060B0EBCE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1A4AE0AC3DCAD4BB03F22558FB4208E" ma:contentTypeVersion="4" ma:contentTypeDescription="Skapa ett nytt dokument." ma:contentTypeScope="" ma:versionID="5f160e444e20989a77ff6ebdd87741fa">
  <xsd:schema xmlns:xsd="http://www.w3.org/2001/XMLSchema" xmlns:xs="http://www.w3.org/2001/XMLSchema" xmlns:p="http://schemas.microsoft.com/office/2006/metadata/properties" xmlns:ns2="6e5b8b1e-d2ac-4e46-9dd3-e147fedcbaa7" targetNamespace="http://schemas.microsoft.com/office/2006/metadata/properties" ma:root="true" ma:fieldsID="d46f3f17b3c57946fb9f1ae3415e13b3" ns2:_="">
    <xsd:import namespace="6e5b8b1e-d2ac-4e46-9dd3-e147fedcba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5b8b1e-d2ac-4e46-9dd3-e147fedcba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58BF02-2FD4-48FE-839B-4585173BA8BF}">
  <ds:schemaRefs>
    <ds:schemaRef ds:uri="484986f3-affb-4909-aac7-6cbe78376350"/>
    <ds:schemaRef ds:uri="http://purl.org/dc/terms/"/>
    <ds:schemaRef ds:uri="f6351e9a-ea34-4ad9-b922-25ec9d06a7c5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79494F70-4955-4DB6-BD54-74471D0903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781637-B66F-44BE-A6AC-0F588E3621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5b8b1e-d2ac-4e46-9dd3-e147fedcba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LiU - WHITE</Template>
  <TotalTime>0</TotalTime>
  <Words>25</Words>
  <Application>Microsoft Macintosh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Georgia</vt:lpstr>
      <vt:lpstr>KorolevLiU Medium</vt:lpstr>
      <vt:lpstr>LiU - WHITE</vt:lpstr>
      <vt:lpstr>LiU - BLACK</vt:lpstr>
      <vt:lpstr>LiU - TURKOS 50%</vt:lpstr>
      <vt:lpstr>LiU - BLÅ 50%</vt:lpstr>
      <vt:lpstr>LiU - GRÖN 50%</vt:lpstr>
      <vt:lpstr>LiU - ORANGE 30%</vt:lpstr>
      <vt:lpstr>LiU - LILA 30%</vt:lpstr>
      <vt:lpstr>LiU - GUL 50%</vt:lpstr>
      <vt:lpstr>LiU colour background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Jingwei Mao</dc:creator>
  <cp:lastModifiedBy>Jingwei Mao</cp:lastModifiedBy>
  <cp:revision>1</cp:revision>
  <dcterms:created xsi:type="dcterms:W3CDTF">2026-09-16T11:55:13Z</dcterms:created>
  <dcterms:modified xsi:type="dcterms:W3CDTF">2026-09-16T11:56:08Z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0x010100D1A4AE0AC3DCAD4BB03F22558FB4208E</vt:lpwstr>
  </property>
  <property fmtid="{D5CDD505-2E9C-101B-9397-08002B2CF9AE}" pid="3" name="MediaServiceImageTags">
    <vt:lpwstr/>
  </property>
</Properties>
</file>